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46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31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49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97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861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33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02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68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78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90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844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972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592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12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87B2918-6C76-4120-884B-64AC5C22ABA0}" type="datetimeFigureOut">
              <a:rPr lang="ru-RU" smtClean="0"/>
              <a:t>15.12.2023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29188BC8-8B7C-4E57-81C9-8D1E5462D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232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548F6-0AFB-4EB9-97F1-B2699168F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3095538"/>
            <a:ext cx="4265338" cy="1601497"/>
          </a:xfrm>
        </p:spPr>
        <p:txBody>
          <a:bodyPr/>
          <a:lstStyle/>
          <a:p>
            <a:r>
              <a:rPr lang="en-US" sz="9600" dirty="0" err="1"/>
              <a:t>X.work</a:t>
            </a:r>
            <a:endParaRPr lang="ru-RU" sz="9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0EB753-17B7-4B33-8E1D-961BDF397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0451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Разработчики 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 err="1"/>
              <a:t>Кондратавичус</a:t>
            </a:r>
            <a:r>
              <a:rPr lang="ru-RU" dirty="0"/>
              <a:t> Игорь</a:t>
            </a:r>
          </a:p>
          <a:p>
            <a:r>
              <a:rPr lang="ru-RU" dirty="0" err="1"/>
              <a:t>Сакович</a:t>
            </a:r>
            <a:r>
              <a:rPr lang="ru-RU" dirty="0"/>
              <a:t> Данила</a:t>
            </a:r>
          </a:p>
          <a:p>
            <a:r>
              <a:rPr lang="ru-RU" dirty="0" err="1"/>
              <a:t>Собин</a:t>
            </a:r>
            <a:r>
              <a:rPr lang="ru-RU" dirty="0"/>
              <a:t> Данила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3B8B2E0-DE4B-49AE-AD36-D6777E079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513931"/>
              </p:ext>
            </p:extLst>
          </p:nvPr>
        </p:nvGraphicFramePr>
        <p:xfrm>
          <a:off x="444501" y="7169168"/>
          <a:ext cx="11620499" cy="436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182286" imgH="7791360" progId="Visio.Drawing.15">
                  <p:embed/>
                </p:oleObj>
              </mc:Choice>
              <mc:Fallback>
                <p:oleObj name="Visio" r:id="rId2" imgW="10182286" imgH="7791360" progId="Visio.Drawing.15">
                  <p:embed/>
                  <p:pic>
                    <p:nvPicPr>
                      <p:cNvPr id="6" name="Объект 5">
                        <a:extLst>
                          <a:ext uri="{FF2B5EF4-FFF2-40B4-BE49-F238E27FC236}">
                            <a16:creationId xmlns:a16="http://schemas.microsoft.com/office/drawing/2014/main" id="{4B94AAEF-65C4-4FD6-8890-43EEE7F0DB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4501" y="7169168"/>
                        <a:ext cx="11620499" cy="436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5D45212-D880-436E-8EA5-59F46891F5EA}"/>
              </a:ext>
            </a:extLst>
          </p:cNvPr>
          <p:cNvSpPr txBox="1">
            <a:spLocks/>
          </p:cNvSpPr>
          <p:nvPr/>
        </p:nvSpPr>
        <p:spPr>
          <a:xfrm>
            <a:off x="-9197600" y="134795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/>
              <a:t>Структура Базы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29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48030-B4C4-428A-AB88-7BB8E520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Базы данных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B94AAEF-65C4-4FD6-8890-43EEE7F0DB9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369933"/>
              </p:ext>
            </p:extLst>
          </p:nvPr>
        </p:nvGraphicFramePr>
        <p:xfrm>
          <a:off x="279400" y="2222500"/>
          <a:ext cx="11620499" cy="436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182286" imgH="7791360" progId="Visio.Drawing.15">
                  <p:embed/>
                </p:oleObj>
              </mc:Choice>
              <mc:Fallback>
                <p:oleObj name="Visio" r:id="rId2" imgW="10182286" imgH="779136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9400" y="2222500"/>
                        <a:ext cx="11620499" cy="436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482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6F202-B193-4E23-BBFC-B27B579B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</a:t>
            </a:r>
            <a:r>
              <a:rPr lang="ru-RU" dirty="0"/>
              <a:t> диаграмма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68DB29A-76D7-4332-BDD2-CD31D2C3D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2473812"/>
            <a:ext cx="11366499" cy="3937000"/>
          </a:xfrm>
        </p:spPr>
      </p:pic>
    </p:spTree>
    <p:extLst>
      <p:ext uri="{BB962C8B-B14F-4D97-AF65-F5344CB8AC3E}">
        <p14:creationId xmlns:p14="http://schemas.microsoft.com/office/powerpoint/2010/main" val="131989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31FD7-7EA9-496B-BBE2-15321B7E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886700" cy="970450"/>
          </a:xfrm>
        </p:spPr>
        <p:txBody>
          <a:bodyPr/>
          <a:lstStyle/>
          <a:p>
            <a:r>
              <a:rPr lang="ru-RU" dirty="0"/>
              <a:t>Мобильное приложение для Соискателя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9C61A3AC-339A-DF90-2BD1-A65F408DD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42" y="1898315"/>
            <a:ext cx="2583546" cy="4592972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38855C-94B5-B45E-267B-3F2A76042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387" y="1898315"/>
            <a:ext cx="2583547" cy="459297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742C8F-1581-C630-5BCB-90D9FDCF3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33" y="1898315"/>
            <a:ext cx="2583545" cy="45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18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4DBEA-97D8-4B04-8CC8-26078822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823200" cy="970450"/>
          </a:xfrm>
        </p:spPr>
        <p:txBody>
          <a:bodyPr/>
          <a:lstStyle/>
          <a:p>
            <a:r>
              <a:rPr lang="ru-RU" dirty="0"/>
              <a:t>Мобильное приложение для Соискателя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6966D92-4175-2496-BB02-C0996B393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717" y="1886940"/>
            <a:ext cx="2695007" cy="479112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A92B0B-B0BD-E676-78D0-3783C0FFE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24" y="1886940"/>
            <a:ext cx="2695008" cy="47911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C07F60-EEDE-AD76-8373-F4E1679C7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731" y="1886940"/>
            <a:ext cx="2695008" cy="47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5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C1CF0-2CC2-43FD-99FC-9704416D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835900" cy="970450"/>
          </a:xfrm>
        </p:spPr>
        <p:txBody>
          <a:bodyPr/>
          <a:lstStyle/>
          <a:p>
            <a:r>
              <a:rPr lang="ru-RU" dirty="0"/>
              <a:t>Мобильное приложение для Соискателя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1C6CF4D-D40E-04D0-FA5B-145F14278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63" y="1896354"/>
            <a:ext cx="2590375" cy="460511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A144BC-629C-D65F-4EFA-A03905ED8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87" y="1896353"/>
            <a:ext cx="2590376" cy="46051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04B09B-3C73-EE39-BF62-42B9DAD9F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138" y="1896352"/>
            <a:ext cx="2590375" cy="46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27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39D55-0EB7-4CEC-8FDB-238D9E92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0"/>
            <a:ext cx="10998200" cy="1346200"/>
          </a:xfrm>
        </p:spPr>
        <p:txBody>
          <a:bodyPr/>
          <a:lstStyle/>
          <a:p>
            <a:r>
              <a:rPr lang="ru-RU" sz="3200" dirty="0"/>
              <a:t>Веб-приложение для Операторов и Работодателей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120F896-0C6A-FB0A-8FC6-14BA59EAF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837590"/>
            <a:ext cx="5664200" cy="50165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90645FB-A79C-C0AF-E6B9-99DD5D47A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912" y="1837591"/>
            <a:ext cx="5473700" cy="5020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363EF2-C23A-BC19-31CE-592CFED86466}"/>
              </a:ext>
            </a:extLst>
          </p:cNvPr>
          <p:cNvSpPr txBox="1"/>
          <p:nvPr/>
        </p:nvSpPr>
        <p:spPr>
          <a:xfrm>
            <a:off x="5692140" y="1314370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8842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6F73DD-827C-665C-3B92-74155DFB5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36" y="1881725"/>
            <a:ext cx="4963363" cy="4976275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49EEF97-8F62-4F55-9D20-78D71415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4" y="447675"/>
            <a:ext cx="11039475" cy="969963"/>
          </a:xfrm>
        </p:spPr>
        <p:txBody>
          <a:bodyPr/>
          <a:lstStyle/>
          <a:p>
            <a:r>
              <a:rPr lang="ru-RU" sz="3200" dirty="0"/>
              <a:t>Веб-приложение для Операторов и Работодателей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53C79C-CCF4-CAE0-9FD5-53229CB5C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362" y="1881724"/>
            <a:ext cx="5459684" cy="4976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E79438-846B-F06C-3844-493DB326B39E}"/>
              </a:ext>
            </a:extLst>
          </p:cNvPr>
          <p:cNvSpPr txBox="1"/>
          <p:nvPr/>
        </p:nvSpPr>
        <p:spPr>
          <a:xfrm>
            <a:off x="6329361" y="1358504"/>
            <a:ext cx="448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Просмотр Вакансий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A0C9B-D63F-3682-37F6-E736A6EF563A}"/>
              </a:ext>
            </a:extLst>
          </p:cNvPr>
          <p:cNvSpPr txBox="1"/>
          <p:nvPr/>
        </p:nvSpPr>
        <p:spPr>
          <a:xfrm>
            <a:off x="713536" y="1417638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Обработка заявок</a:t>
            </a:r>
          </a:p>
        </p:txBody>
      </p:sp>
    </p:spTree>
    <p:extLst>
      <p:ext uri="{BB962C8B-B14F-4D97-AF65-F5344CB8AC3E}">
        <p14:creationId xmlns:p14="http://schemas.microsoft.com/office/powerpoint/2010/main" val="2761684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13B9134-038A-4154-8D88-E9FAFBF9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4" y="447675"/>
            <a:ext cx="10963275" cy="969963"/>
          </a:xfrm>
        </p:spPr>
        <p:txBody>
          <a:bodyPr/>
          <a:lstStyle/>
          <a:p>
            <a:r>
              <a:rPr lang="ru-RU" sz="3200" dirty="0"/>
              <a:t>Веб-приложение для Операторов и Работодателей 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9F10976-F0D6-3A78-C8FD-BF9E1A866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061"/>
            <a:ext cx="5498312" cy="508593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12B944-D5E7-88C0-57E4-281FBD55F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312" y="2951622"/>
            <a:ext cx="6693688" cy="39063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B71BD1-5B11-E4B7-432F-B849DD34E2DF}"/>
              </a:ext>
            </a:extLst>
          </p:cNvPr>
          <p:cNvSpPr txBox="1"/>
          <p:nvPr/>
        </p:nvSpPr>
        <p:spPr>
          <a:xfrm>
            <a:off x="6004560" y="1379278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Чат Оператора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359D8-52EA-91DF-8F33-F47045290F79}"/>
              </a:ext>
            </a:extLst>
          </p:cNvPr>
          <p:cNvSpPr txBox="1"/>
          <p:nvPr/>
        </p:nvSpPr>
        <p:spPr>
          <a:xfrm>
            <a:off x="160020" y="1248841"/>
            <a:ext cx="4434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Добавление Вакансии</a:t>
            </a:r>
          </a:p>
        </p:txBody>
      </p:sp>
    </p:spTree>
    <p:extLst>
      <p:ext uri="{BB962C8B-B14F-4D97-AF65-F5344CB8AC3E}">
        <p14:creationId xmlns:p14="http://schemas.microsoft.com/office/powerpoint/2010/main" val="14049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DCA37C-65FA-7518-B978-E055CEC54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6114"/>
            <a:ext cx="6010292" cy="4201886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5F13904-5A4A-46F1-9B9C-21676DBF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4" y="447675"/>
            <a:ext cx="11014075" cy="969963"/>
          </a:xfrm>
        </p:spPr>
        <p:txBody>
          <a:bodyPr/>
          <a:lstStyle/>
          <a:p>
            <a:r>
              <a:rPr lang="ru-RU" sz="3200" dirty="0"/>
              <a:t>Веб-приложение для Операторов и Работодателей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7CA9A6-FE6E-E5B2-7CFF-203ECC2E7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08" y="2656114"/>
            <a:ext cx="6010292" cy="42018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4BA692-985E-4EE7-7D5F-C5F84DE98A36}"/>
              </a:ext>
            </a:extLst>
          </p:cNvPr>
          <p:cNvSpPr txBox="1"/>
          <p:nvPr/>
        </p:nvSpPr>
        <p:spPr>
          <a:xfrm>
            <a:off x="6181708" y="1417638"/>
            <a:ext cx="4547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2FA </a:t>
            </a:r>
            <a:r>
              <a:rPr lang="ru-RU" sz="2800" dirty="0" err="1"/>
              <a:t>аунтефикация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E1B84-7693-7672-5A3D-0159559D2619}"/>
              </a:ext>
            </a:extLst>
          </p:cNvPr>
          <p:cNvSpPr txBox="1"/>
          <p:nvPr/>
        </p:nvSpPr>
        <p:spPr>
          <a:xfrm>
            <a:off x="243840" y="1366004"/>
            <a:ext cx="36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Авторизация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313409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C7F1C1-9DF8-4C77-BD61-4A7CB928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4" y="447675"/>
            <a:ext cx="10988675" cy="969963"/>
          </a:xfrm>
        </p:spPr>
        <p:txBody>
          <a:bodyPr/>
          <a:lstStyle/>
          <a:p>
            <a:r>
              <a:rPr lang="ru-RU" sz="3200" dirty="0"/>
              <a:t>Веб-приложение для Операторов и Работодателей 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AB8DAE2A-DCE2-68FD-4ADE-DA58A2C81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400" y="1901371"/>
            <a:ext cx="7150057" cy="495662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E3741A-4F90-A43A-9F2A-D5829B569F35}"/>
              </a:ext>
            </a:extLst>
          </p:cNvPr>
          <p:cNvSpPr txBox="1"/>
          <p:nvPr/>
        </p:nvSpPr>
        <p:spPr>
          <a:xfrm>
            <a:off x="3000400" y="1440816"/>
            <a:ext cx="5426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/>
              <a:t>Регистарция</a:t>
            </a:r>
            <a:r>
              <a:rPr lang="ru-RU" sz="2800" dirty="0"/>
              <a:t> </a:t>
            </a:r>
            <a:r>
              <a:rPr lang="ru-RU" sz="2800" dirty="0" err="1"/>
              <a:t>Работадателя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16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61C00C-6CF0-4829-8447-29CB76C41CB2}"/>
              </a:ext>
            </a:extLst>
          </p:cNvPr>
          <p:cNvSpPr/>
          <p:nvPr/>
        </p:nvSpPr>
        <p:spPr>
          <a:xfrm>
            <a:off x="2105168" y="2967335"/>
            <a:ext cx="79816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92050361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23</TotalTime>
  <Words>75</Words>
  <Application>Microsoft Office PowerPoint</Application>
  <PresentationFormat>Широкоэкранный</PresentationFormat>
  <Paragraphs>25</Paragraphs>
  <Slides>12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Century Gothic</vt:lpstr>
      <vt:lpstr>Wingdings 2</vt:lpstr>
      <vt:lpstr>Цитаты</vt:lpstr>
      <vt:lpstr>Visio</vt:lpstr>
      <vt:lpstr>X.work</vt:lpstr>
      <vt:lpstr>Структура Базы данных</vt:lpstr>
      <vt:lpstr>ER диаграмма Базы данных</vt:lpstr>
      <vt:lpstr>Мобильное приложение для Соискателя</vt:lpstr>
      <vt:lpstr>Мобильное приложение для Соискателя</vt:lpstr>
      <vt:lpstr>Мобильное приложение для Соискателя</vt:lpstr>
      <vt:lpstr>Веб-приложение для Операторов и Работодателей </vt:lpstr>
      <vt:lpstr>Веб-приложение для Операторов и Работодателей </vt:lpstr>
      <vt:lpstr>Веб-приложение для Операторов и Работодателей </vt:lpstr>
      <vt:lpstr>Веб-приложение для Операторов и Работодателей </vt:lpstr>
      <vt:lpstr>Веб-приложение для Операторов и Работодателей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X.work</dc:title>
  <dc:creator>User2</dc:creator>
  <cp:lastModifiedBy>User8</cp:lastModifiedBy>
  <cp:revision>4</cp:revision>
  <dcterms:created xsi:type="dcterms:W3CDTF">2023-12-15T10:52:08Z</dcterms:created>
  <dcterms:modified xsi:type="dcterms:W3CDTF">2023-12-15T11:24:33Z</dcterms:modified>
</cp:coreProperties>
</file>